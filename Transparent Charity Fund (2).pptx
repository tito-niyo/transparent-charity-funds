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2" r:id="rId2"/>
    <p:sldId id="256" r:id="rId3"/>
    <p:sldId id="257" r:id="rId4"/>
    <p:sldId id="258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46221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17909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50391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8354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11144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16142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6334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05583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3287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057461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369532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9031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738283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903202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623940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35659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08703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A2087D2-197F-47A9-B373-78C4B0A898EC}" type="datetimeFigureOut">
              <a:rPr lang="en-RW" smtClean="0"/>
              <a:t>04/16/2026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E6CE7-027D-432B-A0D1-C6B4223C7FF6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053677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r>
              <a:rPr lang="en-US" dirty="0" smtClean="0"/>
              <a:t>GROUP No: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Members</a:t>
            </a:r>
          </a:p>
          <a:p>
            <a:pPr marL="457200" indent="-457200">
              <a:buAutoNum type="arabicParenR"/>
            </a:pPr>
            <a:r>
              <a:rPr lang="en-US" b="1" dirty="0" smtClean="0"/>
              <a:t>NIYONSABA </a:t>
            </a:r>
            <a:r>
              <a:rPr lang="en-US" b="1" dirty="0" err="1" smtClean="0"/>
              <a:t>Parfaite</a:t>
            </a:r>
            <a:r>
              <a:rPr lang="en-US" b="1" dirty="0" smtClean="0"/>
              <a:t>(25RP19796)</a:t>
            </a:r>
          </a:p>
          <a:p>
            <a:pPr marL="457200" indent="-457200">
              <a:buAutoNum type="arabicParenR"/>
            </a:pPr>
            <a:r>
              <a:rPr lang="en-US" b="1" dirty="0" smtClean="0"/>
              <a:t>NIYOMUTABAZI Tito(25RP19879)</a:t>
            </a:r>
          </a:p>
          <a:p>
            <a:pPr marL="457200" indent="-457200">
              <a:buAutoNum type="arabicParenR"/>
            </a:pPr>
            <a:r>
              <a:rPr lang="en-US" b="1" dirty="0" smtClean="0"/>
              <a:t>NIYOGISUBIZO Eric(25RP18048)</a:t>
            </a:r>
          </a:p>
          <a:p>
            <a:pPr marL="457200" indent="-457200">
              <a:buAutoNum type="arabicParenR"/>
            </a:pPr>
            <a:r>
              <a:rPr lang="en-US" b="1" dirty="0" smtClean="0"/>
              <a:t>NAMAHORO Samuel(25RP20148)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089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8707-2006-E14F-E2EC-9298444D6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801190"/>
            <a:ext cx="8825658" cy="3976192"/>
          </a:xfrm>
        </p:spPr>
        <p:txBody>
          <a:bodyPr>
            <a:noAutofit/>
          </a:bodyPr>
          <a:lstStyle/>
          <a:p>
            <a:r>
              <a:rPr lang="en-US" sz="3200" b="1" dirty="0"/>
              <a:t>TOPIC: A Blockchain-Based Transparent Charity Fund for Tracking Donations and </a:t>
            </a:r>
            <a:r>
              <a:rPr lang="en-US" sz="3200" b="1" dirty="0" smtClean="0"/>
              <a:t>Expenses.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i="1" dirty="0" smtClean="0"/>
              <a:t>A </a:t>
            </a:r>
            <a:r>
              <a:rPr lang="en-US" sz="3200" i="1" dirty="0"/>
              <a:t>donation contract where every spent Rwandan Franc is tracked on-chain for donors to see.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9EFB8-E9A7-7314-41F0-400384F87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Key message: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Trust in charity starts with transparent spending.</a:t>
            </a:r>
            <a:endParaRPr lang="en-RW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33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083E-D886-60B7-8699-883C5C0D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&amp; Opportunity</a:t>
            </a:r>
            <a:br>
              <a:rPr lang="en-US" b="1" dirty="0"/>
            </a:b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B5C24-138D-B742-634B-F477617A3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b="1" dirty="0">
                <a:solidFill>
                  <a:schemeClr val="tx1"/>
                </a:solidFill>
              </a:rPr>
              <a:t> Donors cannot easily verify how funds are used.</a:t>
            </a:r>
          </a:p>
          <a:p>
            <a:r>
              <a:rPr lang="en-US" b="1" dirty="0">
                <a:solidFill>
                  <a:schemeClr val="tx1"/>
                </a:solidFill>
              </a:rPr>
              <a:t>Reports can be delayed</a:t>
            </a:r>
          </a:p>
          <a:p>
            <a:r>
              <a:rPr lang="en-US" b="1" dirty="0">
                <a:solidFill>
                  <a:schemeClr val="tx1"/>
                </a:solidFill>
              </a:rPr>
              <a:t>Spending details may be unclear</a:t>
            </a:r>
          </a:p>
          <a:p>
            <a:r>
              <a:rPr lang="en-US" b="1" dirty="0">
                <a:solidFill>
                  <a:schemeClr val="tx1"/>
                </a:solidFill>
              </a:rPr>
              <a:t>Accountability is hard to prove</a:t>
            </a:r>
          </a:p>
          <a:p>
            <a:r>
              <a:rPr lang="en-US" b="1" dirty="0"/>
              <a:t>Opportunity: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tx1"/>
                </a:solidFill>
              </a:rPr>
              <a:t>Use </a:t>
            </a:r>
            <a:r>
              <a:rPr lang="en-US" b="1" dirty="0" err="1">
                <a:solidFill>
                  <a:schemeClr val="tx1"/>
                </a:solidFill>
              </a:rPr>
              <a:t>blockchain</a:t>
            </a:r>
            <a:r>
              <a:rPr lang="en-US" b="1" dirty="0">
                <a:solidFill>
                  <a:schemeClr val="tx1"/>
                </a:solidFill>
              </a:rPr>
              <a:t> to make every transaction public and verifiable.</a:t>
            </a:r>
          </a:p>
        </p:txBody>
      </p:sp>
    </p:spTree>
    <p:extLst>
      <p:ext uri="{BB962C8B-B14F-4D97-AF65-F5344CB8AC3E}">
        <p14:creationId xmlns:p14="http://schemas.microsoft.com/office/powerpoint/2010/main" val="86188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B589-F35D-9196-3ACE-11B33BCB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 Solution Overview</a:t>
            </a:r>
            <a:br>
              <a:rPr lang="en-US" b="1" dirty="0"/>
            </a:b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EBE5-DC84-0AA1-BDC2-C6E862EC6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Blockchain-powered charity transparency platform.  </a:t>
            </a:r>
          </a:p>
          <a:p>
            <a:r>
              <a:rPr lang="en-US" b="1" dirty="0">
                <a:solidFill>
                  <a:schemeClr val="tx1"/>
                </a:solidFill>
              </a:rPr>
              <a:t>Donor dashboard (/donor) for donations and visibility</a:t>
            </a:r>
          </a:p>
          <a:p>
            <a:r>
              <a:rPr lang="en-US" b="1" dirty="0">
                <a:solidFill>
                  <a:schemeClr val="tx1"/>
                </a:solidFill>
              </a:rPr>
              <a:t>Admin dashboard (/admin) for expense management</a:t>
            </a:r>
          </a:p>
          <a:p>
            <a:r>
              <a:rPr lang="en-US" b="1" dirty="0">
                <a:solidFill>
                  <a:schemeClr val="tx1"/>
                </a:solidFill>
              </a:rPr>
              <a:t>Smart contract records donations + spending on Sepolia</a:t>
            </a:r>
          </a:p>
          <a:p>
            <a:r>
              <a:rPr lang="en-US" b="1" dirty="0">
                <a:solidFill>
                  <a:schemeClr val="tx1"/>
                </a:solidFill>
              </a:rPr>
              <a:t>Public verification through Etherscan</a:t>
            </a:r>
          </a:p>
          <a:p>
            <a:endParaRPr lang="en-RW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407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831629" y="517673"/>
            <a:ext cx="6463419" cy="305962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38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1629" y="1934275"/>
            <a:ext cx="6779172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Donor connects MetaMask on Sepolia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Donor donates in RWF-friendly </a:t>
            </a:r>
            <a:r>
              <a:rPr lang="en-US" b="1" dirty="0" smtClean="0"/>
              <a:t>interface</a:t>
            </a:r>
            <a:endParaRPr lang="en-US" b="1" dirty="0">
              <a:latin typeface="Open Sauce Medium"/>
              <a:sym typeface="Open Sauce Medium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Donor </a:t>
            </a:r>
            <a:r>
              <a:rPr lang="en-US" b="1" dirty="0">
                <a:latin typeface="Open Sauce Medium"/>
                <a:ea typeface="Open Sauce Medium"/>
                <a:cs typeface="Open Sauce Medium"/>
                <a:sym typeface="Open Sauce Medium"/>
              </a:rPr>
              <a:t>makes a contribution in Rwandan </a:t>
            </a: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Francs.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Smart </a:t>
            </a:r>
            <a:r>
              <a:rPr lang="en-US" b="1" dirty="0">
                <a:latin typeface="Open Sauce Medium"/>
                <a:ea typeface="Open Sauce Medium"/>
                <a:cs typeface="Open Sauce Medium"/>
                <a:sym typeface="Open Sauce Medium"/>
              </a:rPr>
              <a:t>contract receives and logs the </a:t>
            </a: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donation.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Transaction </a:t>
            </a:r>
            <a:r>
              <a:rPr lang="en-US" b="1" dirty="0">
                <a:latin typeface="Open Sauce Medium"/>
                <a:ea typeface="Open Sauce Medium"/>
                <a:cs typeface="Open Sauce Medium"/>
                <a:sym typeface="Open Sauce Medium"/>
              </a:rPr>
              <a:t>is recorded on-chain </a:t>
            </a: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permanently.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Real-time </a:t>
            </a:r>
            <a:r>
              <a:rPr lang="en-US" b="1" dirty="0">
                <a:latin typeface="Open Sauce Medium"/>
                <a:ea typeface="Open Sauce Medium"/>
                <a:cs typeface="Open Sauce Medium"/>
                <a:sym typeface="Open Sauce Medium"/>
              </a:rPr>
              <a:t>tracking becomes available to </a:t>
            </a: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donors.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Open Sauce Medium"/>
                <a:ea typeface="Open Sauce Medium"/>
                <a:cs typeface="Open Sauce Medium"/>
                <a:sym typeface="Open Sauce Medium"/>
              </a:rPr>
              <a:t>Every </a:t>
            </a:r>
            <a:r>
              <a:rPr lang="en-US" b="1" dirty="0">
                <a:latin typeface="Open Sauce Medium"/>
                <a:ea typeface="Open Sauce Medium"/>
                <a:cs typeface="Open Sauce Medium"/>
                <a:sym typeface="Open Sauce Medium"/>
              </a:rPr>
              <a:t>Franc spent is visible and verifiable.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257991"/>
            <a:ext cx="5454869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98"/>
              </a:lnSpc>
              <a:spcBef>
                <a:spcPct val="0"/>
              </a:spcBef>
            </a:pPr>
            <a:r>
              <a:rPr lang="en-US" sz="3200" b="1" dirty="0" smtClean="0">
                <a:latin typeface="HK Modular"/>
                <a:ea typeface="HK Modular"/>
                <a:cs typeface="HK Modular"/>
                <a:sym typeface="HK Modular"/>
              </a:rPr>
              <a:t>Donor dashboard</a:t>
            </a:r>
            <a:endParaRPr lang="en-US" sz="3200" b="1" dirty="0">
              <a:latin typeface="HK Modular"/>
              <a:ea typeface="HK Modular"/>
              <a:cs typeface="HK Modular"/>
              <a:sym typeface="HK Modular"/>
            </a:endParaRPr>
          </a:p>
        </p:txBody>
      </p:sp>
    </p:spTree>
    <p:extLst>
      <p:ext uri="{BB962C8B-B14F-4D97-AF65-F5344CB8AC3E}">
        <p14:creationId xmlns:p14="http://schemas.microsoft.com/office/powerpoint/2010/main" val="166902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7EDD-EFAB-7F75-5CD8-BEA37C06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Admin dashboard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A163-9BC7-1173-5375-1AE769548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admin </a:t>
            </a:r>
            <a:r>
              <a:rPr lang="en-US" b="1" dirty="0"/>
              <a:t>connects MetaMask on Sepolia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Admin </a:t>
            </a:r>
            <a:r>
              <a:rPr lang="en-US" b="1" dirty="0">
                <a:solidFill>
                  <a:schemeClr val="tx1"/>
                </a:solidFill>
              </a:rPr>
              <a:t>creates expense for charity activity</a:t>
            </a:r>
          </a:p>
          <a:p>
            <a:r>
              <a:rPr lang="en-US" b="1" dirty="0">
                <a:solidFill>
                  <a:schemeClr val="tx1"/>
                </a:solidFill>
              </a:rPr>
              <a:t>Admin pays expense from contract</a:t>
            </a:r>
          </a:p>
          <a:p>
            <a:r>
              <a:rPr lang="en-US" b="1" dirty="0">
                <a:solidFill>
                  <a:schemeClr val="tx1"/>
                </a:solidFill>
              </a:rPr>
              <a:t>Anyone verifies transactions on-chain</a:t>
            </a:r>
          </a:p>
          <a:p>
            <a:r>
              <a:rPr lang="en-US" b="1" dirty="0">
                <a:solidFill>
                  <a:schemeClr val="tx1"/>
                </a:solidFill>
              </a:rPr>
              <a:t>Tech stack: Solidity, Hardhat, React + Vite, MetaMask, Vercel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endParaRPr lang="en-RW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201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2B17-076A-6E3B-3A57-32479B47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Impact, Current Status &amp; Next Step</a:t>
            </a:r>
            <a:br>
              <a:rPr lang="en-US" b="1" dirty="0"/>
            </a:b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5369-0918-DA77-5A46-A84F87931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Impact</a:t>
            </a:r>
          </a:p>
          <a:p>
            <a:r>
              <a:rPr lang="en-US" b="1" dirty="0">
                <a:solidFill>
                  <a:schemeClr val="tx1"/>
                </a:solidFill>
              </a:rPr>
              <a:t>Improves donor trust</a:t>
            </a:r>
          </a:p>
          <a:p>
            <a:r>
              <a:rPr lang="en-US" b="1" dirty="0">
                <a:solidFill>
                  <a:schemeClr val="tx1"/>
                </a:solidFill>
              </a:rPr>
              <a:t>Enables real-time accountability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Creates audit-friendly records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Current Status</a:t>
            </a:r>
          </a:p>
          <a:p>
            <a:r>
              <a:rPr lang="en-US" b="1" dirty="0">
                <a:solidFill>
                  <a:schemeClr val="tx1"/>
                </a:solidFill>
              </a:rPr>
              <a:t>Smart contract deployed on Sepolia</a:t>
            </a:r>
          </a:p>
          <a:p>
            <a:r>
              <a:rPr lang="en-US" b="1" dirty="0">
                <a:solidFill>
                  <a:schemeClr val="tx1"/>
                </a:solidFill>
              </a:rPr>
              <a:t>Public donor/admin dashboards live</a:t>
            </a:r>
          </a:p>
          <a:p>
            <a:r>
              <a:rPr lang="en-US" b="1" dirty="0">
                <a:solidFill>
                  <a:schemeClr val="tx1"/>
                </a:solidFill>
              </a:rPr>
              <a:t>RWF display integrated in UI</a:t>
            </a:r>
          </a:p>
          <a:p>
            <a:endParaRPr lang="en-RW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440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233</TotalTime>
  <Words>150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Century Gothic</vt:lpstr>
      <vt:lpstr>HK Modular</vt:lpstr>
      <vt:lpstr>Open Sauce Medium</vt:lpstr>
      <vt:lpstr>Wingdings</vt:lpstr>
      <vt:lpstr>Wingdings 3</vt:lpstr>
      <vt:lpstr>Ion</vt:lpstr>
      <vt:lpstr>GROUP No: 8</vt:lpstr>
      <vt:lpstr>TOPIC: A Blockchain-Based Transparent Charity Fund for Tracking Donations and Expenses.  A donation contract where every spent Rwandan Franc is tracked on-chain for donors to see. </vt:lpstr>
      <vt:lpstr>Problem &amp; Opportunity </vt:lpstr>
      <vt:lpstr>  Solution Overview </vt:lpstr>
      <vt:lpstr>PowerPoint Presentation</vt:lpstr>
      <vt:lpstr>Admin dashboard</vt:lpstr>
      <vt:lpstr>Impact, Current Status &amp; Next Step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Transparent Charity Fund A donation contract where every spent Rwandan Franc is tracked on-chain for donors to see.</dc:title>
  <dc:creator>Tito NIYOMUTABAZI</dc:creator>
  <cp:lastModifiedBy>parfaiteniyonsaba1@gmail.com</cp:lastModifiedBy>
  <cp:revision>5</cp:revision>
  <dcterms:created xsi:type="dcterms:W3CDTF">2026-04-15T17:50:57Z</dcterms:created>
  <dcterms:modified xsi:type="dcterms:W3CDTF">2026-04-16T15:09:55Z</dcterms:modified>
</cp:coreProperties>
</file>